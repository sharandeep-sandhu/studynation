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 Nation — Sample Blog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PowerPoint for the Blog upload 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this file in Admin → Manage Blogs → PowerPoint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