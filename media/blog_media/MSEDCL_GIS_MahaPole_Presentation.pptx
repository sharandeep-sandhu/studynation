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371600"/>
            <a:ext cx="9144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MSEDCL: AI-Powered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Survey &amp; Network Mapping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MahaPole</a:t>
            </a:r>
            <a:pPr indent="0" marL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End-to-end pole survey, GPS capture, AI classification, and real-time grid visualization for Maharashtra's power distribution network.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1783080" cy="320040"/>
          </a:xfrm>
          <a:prstGeom prst="roundRect">
            <a:avLst>
              <a:gd name="adj" fmla="val 14286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 App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3749040"/>
            <a:ext cx="1783080" cy="320040"/>
          </a:xfrm>
          <a:prstGeom prst="roundRect">
            <a:avLst>
              <a:gd name="adj" fmla="val 14286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 Dashboard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3749040"/>
            <a:ext cx="1783080" cy="320040"/>
          </a:xfrm>
          <a:prstGeom prst="roundRect">
            <a:avLst>
              <a:gd name="adj" fmla="val 14286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1783080" cy="320040"/>
          </a:xfrm>
          <a:prstGeom prst="roundRect">
            <a:avLst>
              <a:gd name="adj" fmla="val 14286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06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GPS Tagging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4206240"/>
            <a:ext cx="1783080" cy="320040"/>
          </a:xfrm>
          <a:prstGeom prst="roundRect">
            <a:avLst>
              <a:gd name="adj" fmla="val 14286"/>
            </a:avLst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4206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Approval Workflow</a:t>
            </a:r>
            <a:endParaRPr lang="en-US" sz="1000" dirty="0"/>
          </a:p>
        </p:txBody>
      </p:sp>
      <p:pic>
        <p:nvPicPr>
          <p:cNvPr id="18" name="Image 0" descr="/home/claude/image_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80160"/>
            <a:ext cx="2468880" cy="1389888"/>
          </a:xfrm>
          <a:prstGeom prst="rect">
            <a:avLst/>
          </a:prstGeom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6400800" y="2697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 Dashboard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Powered by Nibe Space  •  © 2026 Automaton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51760" cy="40233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(MahaPole)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surveyors capture pole photos, GPS coordinates, and QR codes using the Android app. Data is batched and submitted for AI processing.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651760" cy="40233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777240"/>
            <a:ext cx="2651760" cy="640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868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AI + computer vision classify pole type, condition, and assets from submitted images. Results populate the GIS database.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777240"/>
            <a:ext cx="2651760" cy="40233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777240"/>
            <a:ext cx="26517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868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(MSEDCL)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240280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and engineers view all poles on an interactive map with real-time filters, substation trees, and fault alerts.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90672" y="278892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971800" y="26517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25312" y="2788920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806440" y="265176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Nibe Space  •  MSEDCL GIS Survey Mapping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— AI Powered Network Analyzer</a:t>
            </a:r>
            <a:endParaRPr lang="en-US" sz="2200" dirty="0"/>
          </a:p>
        </p:txBody>
      </p:sp>
      <p:pic>
        <p:nvPicPr>
          <p:cNvPr id="4" name="Image 0" descr="/home/claude/image_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577840" cy="3145536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035040" y="731520"/>
            <a:ext cx="283464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731520"/>
            <a:ext cx="411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92240" y="795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Pole Type Filters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2240" y="1051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33KV, 11KV, LT Poles, DTCs, Substations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35040" y="1490472"/>
            <a:ext cx="283464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490472"/>
            <a:ext cx="411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Map Modes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Google Satellite + Street view toggle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2249424"/>
            <a:ext cx="283464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2249424"/>
            <a:ext cx="411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92240" y="2313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Pin Code Search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Search by PIN code, city or area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35040" y="3008376"/>
            <a:ext cx="283464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3008376"/>
            <a:ext cx="411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🌳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92240" y="30723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Substation Tree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3328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33/11 KV hierarchy navigation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5040" y="3767328"/>
            <a:ext cx="283464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767328"/>
            <a:ext cx="411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92240" y="38313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Live Counts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Real-time pole count per category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Nibe Space  •  MSEDCL GIS Survey Mapping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Command — Live Faults &amp; Network Status</a:t>
            </a:r>
            <a:endParaRPr lang="en-US" sz="2200" dirty="0"/>
          </a:p>
        </p:txBody>
      </p:sp>
      <p:pic>
        <p:nvPicPr>
          <p:cNvPr id="4" name="Image 0" descr="/home/claude/178090486487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577840" cy="2660904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035040" y="777240"/>
            <a:ext cx="137160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777240"/>
            <a:ext cx="1371600" cy="640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8686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</a:rPr>
              <a:t>8,437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035040" y="1252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Active Poles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516368" y="777240"/>
            <a:ext cx="137160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16368" y="777240"/>
            <a:ext cx="13716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16368" y="8686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516368" y="1252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Live Faults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1737360"/>
            <a:ext cx="137160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1737360"/>
            <a:ext cx="13716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1828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18.4MW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035040" y="2212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Grid Load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516368" y="1737360"/>
            <a:ext cx="1371600" cy="82296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16368" y="1737360"/>
            <a:ext cx="13716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16368" y="1828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24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516368" y="2212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Active Feeders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35387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fault alerts — structural cracks, overloads, temperature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0040" y="383133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tree: 33/11 KV hierarchy with drill-down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0040" y="4123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connection mode: visualize connected infrastructure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20040" y="44165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 + Add pole directly from dashboard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Nibe Space  •  MSEDCL GIS Survey Mapping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Admin — Change Request Workflow</a:t>
            </a:r>
            <a:endParaRPr lang="en-US" sz="2200" dirty="0"/>
          </a:p>
        </p:txBody>
      </p:sp>
      <p:pic>
        <p:nvPicPr>
          <p:cNvPr id="4" name="Image 0" descr="/home/claude/178090481899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486400" cy="41605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989320" y="859536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859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92240" y="8503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Field Worker Submits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92240" y="1115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Pole edit, deletion, new pole, or maintenance request from mobile app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99632" y="1298448"/>
            <a:ext cx="0" cy="47548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989320" y="1929384"/>
            <a:ext cx="411480" cy="41148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929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92240" y="1920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Admin Reviews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21854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Pending queue with priority flags; view proposed changes &amp; attached photos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99632" y="2368296"/>
            <a:ext cx="0" cy="47548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5989320" y="2999232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2990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Approve or Reject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32552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Approve escalates to Circle Engineer; Reject dismisses with worker notification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99632" y="3438144"/>
            <a:ext cx="0" cy="475488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5989320" y="406908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92240" y="40599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Final Sign-off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43251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Circle Engineer reviews escalated items for final approval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Nibe Space  •  MSEDCL GIS Survey Mapping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📱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MahaPole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survey tool for Network Analysts — capture, GPS tag, and submit pole data from anywhere in Maharashtra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Android 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04288" y="41605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GPS Capture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77056" y="41605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QR Scanning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9824" y="41605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9824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Offline Ready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22592" y="41605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41605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Upload History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Nibe Space  •  MSEDCL GIS Survey Mapping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Authentication Screens</a:t>
            </a:r>
            <a:endParaRPr lang="en-US" sz="2200" dirty="0"/>
          </a:p>
        </p:txBody>
      </p:sp>
      <p:pic>
        <p:nvPicPr>
          <p:cNvPr id="4" name="Image 0" descr="/home/claude/WhatsApp_Image_2026-06-08_at_1_12_46_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914400" y="777240"/>
            <a:ext cx="20574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777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 In</a:t>
            </a:r>
            <a:endParaRPr lang="en-US" sz="1100" dirty="0"/>
          </a:p>
        </p:txBody>
      </p:sp>
      <p:pic>
        <p:nvPicPr>
          <p:cNvPr id="7" name="Image 1" descr="/home/claude/WhatsApp_Image_2026-06-08_at_1_12_46_PM__1_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77240"/>
            <a:ext cx="2057400" cy="4572000"/>
          </a:xfrm>
          <a:prstGeom prst="rect">
            <a:avLst/>
          </a:prstGeom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3429000" y="777240"/>
            <a:ext cx="20574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29000" y="777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Account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52160" y="777240"/>
            <a:ext cx="3017520" cy="457200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0" y="914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Features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98932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App Name: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949440" y="1417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MahaPole — Network Analyzer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89320" y="1673352"/>
            <a:ext cx="2697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89320" y="1865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Role: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949440" y="18653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Network Analyst (field worker)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89320" y="2121408"/>
            <a:ext cx="2697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89320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Sign In: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949440" y="2313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Username or email + password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989320" y="2569464"/>
            <a:ext cx="2697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89320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Register: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949440" y="2761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Username, email, name, password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989320" y="3017520"/>
            <a:ext cx="2697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89320" y="3209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Brand: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949440" y="3209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Automaton AI + Nibe Space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989320" y="3465576"/>
            <a:ext cx="2697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98932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Security: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94944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Password show/hide toggle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989320" y="3913632"/>
            <a:ext cx="2697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89320" y="4105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Navigation: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949440" y="41056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Sign In ↔ Create Account links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Nibe Space  •  MSEDCL GIS Survey Mapping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Photo Capture Workflow</a:t>
            </a:r>
            <a:endParaRPr lang="en-US" sz="2200" dirty="0"/>
          </a:p>
        </p:txBody>
      </p:sp>
      <p:pic>
        <p:nvPicPr>
          <p:cNvPr id="4" name="Image 0" descr="/home/claude/WhatsApp_Image_2026-06-08_at_1_12_47_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2468880" cy="365760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777240"/>
            <a:ext cx="24688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777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1: Tap to Capture</a:t>
            </a:r>
            <a:endParaRPr lang="en-US" sz="1000" dirty="0"/>
          </a:p>
        </p:txBody>
      </p:sp>
      <p:pic>
        <p:nvPicPr>
          <p:cNvPr id="7" name="Image 1" descr="/home/claude/WhatsApp_Image_2026-06-08_at_1_12_49_PM__2_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777240"/>
            <a:ext cx="2468880" cy="365760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3108960" y="777240"/>
            <a:ext cx="2468880" cy="2926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108960" y="777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2: Photos Captured</a:t>
            </a:r>
            <a:endParaRPr lang="en-US" sz="1000" dirty="0"/>
          </a:p>
        </p:txBody>
      </p:sp>
      <p:pic>
        <p:nvPicPr>
          <p:cNvPr id="10" name="Image 2" descr="/home/claude/WhatsApp_Image_2026-06-08_at_1_12_49_PM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777240"/>
            <a:ext cx="2468880" cy="365760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pic>
      <p:sp>
        <p:nvSpPr>
          <p:cNvPr id="11" name="Shape 6"/>
          <p:cNvSpPr/>
          <p:nvPr/>
        </p:nvSpPr>
        <p:spPr>
          <a:xfrm>
            <a:off x="5943600" y="777240"/>
            <a:ext cx="246888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943600" y="777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3: Review &amp; Continue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20040" y="4626864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views per pole: Front (F), Left (L), Right, Back  •  Min. 1 required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20040" y="487375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'Capture GPS' button appears after photos  •  Deferred GPS shown as 'GPS pending'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Nibe Space  •  MSEDCL GIS Survey Mapping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GPS Capture &amp; QR Code Scanner</a:t>
            </a:r>
            <a:endParaRPr lang="en-US" sz="2200" dirty="0"/>
          </a:p>
        </p:txBody>
      </p:sp>
      <p:pic>
        <p:nvPicPr>
          <p:cNvPr id="4" name="Image 0" descr="/home/claude/WhatsApp_Image_2026-06-08_at_1_12_49_PM__1_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2468880" cy="434340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65760" y="777240"/>
            <a:ext cx="246888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777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GPS Location Capture</a:t>
            </a:r>
            <a:endParaRPr lang="en-US" sz="1000" dirty="0"/>
          </a:p>
        </p:txBody>
      </p:sp>
      <p:pic>
        <p:nvPicPr>
          <p:cNvPr id="7" name="Image 1" descr="/home/claude/WhatsApp_Image_2026-06-08_at_1_12_50_PM__2_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777240"/>
            <a:ext cx="2468880" cy="434340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3200400" y="777240"/>
            <a:ext cx="246888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0" y="777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QR Code Scanner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943600" y="777240"/>
            <a:ext cx="2926080" cy="434340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35040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035040" y="12984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Prompt shown after photo capture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035040" y="163677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Walk to exact pole base before tapping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035040" y="197510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'Capture Location' records lat/long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035040" y="231343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'Later' defers GPS (shown as pending)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035040" y="265176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Status: Photo ready — GPS pending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35040" y="3154680"/>
            <a:ext cx="2697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35040" y="3246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035040" y="36301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Powered by Google ML Kit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035040" y="39227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No camera permission needed from app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035040" y="421538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URLs → open in browser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035040" y="45079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Phone/email → default app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035040" y="480060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Plain text → copy option shown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Nibe Space  •  MSEDCL GIS Survey Mapping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Upload History &amp; Submission Tracking</a:t>
            </a:r>
            <a:endParaRPr lang="en-US" sz="2200" dirty="0"/>
          </a:p>
        </p:txBody>
      </p:sp>
      <p:pic>
        <p:nvPicPr>
          <p:cNvPr id="4" name="Image 0" descr="/home/claude/WhatsApp_Image_2026-06-08_at_1_12_50_PM__1_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77240"/>
            <a:ext cx="2468880" cy="4343400"/>
          </a:xfrm>
          <a:prstGeom prst="rect">
            <a:avLst/>
          </a:prstGeom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31520" y="777240"/>
            <a:ext cx="24688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77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 History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566160" y="822960"/>
            <a:ext cx="160020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566160" y="822960"/>
            <a:ext cx="1600200" cy="640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16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FA8"/>
                </a:solidFill>
              </a:rPr>
              <a:t>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566160" y="14630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Submissions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03520" y="822960"/>
            <a:ext cx="160020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03520" y="822960"/>
            <a:ext cx="1600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</a:rPr>
              <a:t>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303520" y="14630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Accepted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040880" y="822960"/>
            <a:ext cx="160020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0" y="822960"/>
            <a:ext cx="1600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960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</a:rPr>
              <a:t>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040880" y="14630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Rejected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566160" y="2011680"/>
            <a:ext cx="530352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66160" y="2011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BATCH DETAILS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566160" y="2377440"/>
            <a:ext cx="5303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0" y="2395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Batch #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77840" y="23957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70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566160" y="2816352"/>
            <a:ext cx="53035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Images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577840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 per batch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566160" y="3255264"/>
            <a:ext cx="5303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0" y="32735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Status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577840" y="32735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Accepted (green badge)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566160" y="3694176"/>
            <a:ext cx="53035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0" y="37124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AI Review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577840" y="37124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Both images accepted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566160" y="4133088"/>
            <a:ext cx="5303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0" y="41513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History Tab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77840" y="415137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Badge shows pending count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566160" y="4572000"/>
            <a:ext cx="53035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57600" y="4590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Refresh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577840" y="45902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Manual refresh button available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Nibe Space  •  MSEDCL GIS Survey Mapping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4069080" cy="1508760"/>
          </a:xfrm>
          <a:prstGeom prst="rect">
            <a:avLst/>
          </a:prstGeom>
          <a:solidFill>
            <a:srgbClr val="1A3A60"/>
          </a:solidFill>
          <a:ln w="12700">
            <a:solidFill>
              <a:srgbClr val="2A52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685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MahaPole Android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Field survey tool — photo capture (4 views), GPS tagging, QR scanning, upload tracking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069080" cy="1508760"/>
          </a:xfrm>
          <a:prstGeom prst="rect">
            <a:avLst/>
          </a:prstGeom>
          <a:solidFill>
            <a:srgbClr val="1A3A60"/>
          </a:solidFill>
          <a:ln w="12700">
            <a:solidFill>
              <a:srgbClr val="2A52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34440"/>
            <a:ext cx="685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32120" y="1417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AI-Powered Classification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7830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Automated pole type detection, condition analysis, and acceptance/rejection via Anthropic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4069080" cy="1508760"/>
          </a:xfrm>
          <a:prstGeom prst="rect">
            <a:avLst/>
          </a:prstGeom>
          <a:solidFill>
            <a:srgbClr val="1A3A60"/>
          </a:solidFill>
          <a:ln w="12700">
            <a:solidFill>
              <a:srgbClr val="2A52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26080"/>
            <a:ext cx="685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8872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Approval Workflow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Multi-tier review: Field Worker → Admin → Circle Engineer with full audit trail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4069080" cy="1508760"/>
          </a:xfrm>
          <a:prstGeom prst="rect">
            <a:avLst/>
          </a:prstGeom>
          <a:solidFill>
            <a:srgbClr val="1A3A60"/>
          </a:solidFill>
          <a:ln w="12700">
            <a:solidFill>
              <a:srgbClr val="2A52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926080"/>
            <a:ext cx="685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3212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GIS Web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4747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</a:rPr>
              <a:t>Live map with 33KV/11KV/LT/DTC filters, fault alerts, grid load monitoring, substation trees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© 2026  Powered by Nibe Space  •  Automaton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MSEDCL GIS Survey Mapping — MahaPole System</dc:title>
  <dc:subject>PptxGenJS Presentation</dc:subject>
  <dc:creator>Nibe Space</dc:creator>
  <cp:lastModifiedBy>Nibe Space</cp:lastModifiedBy>
  <cp:revision>1</cp:revision>
  <dcterms:created xsi:type="dcterms:W3CDTF">2026-06-08T07:55:11Z</dcterms:created>
  <dcterms:modified xsi:type="dcterms:W3CDTF">2026-06-08T07:55:11Z</dcterms:modified>
</cp:coreProperties>
</file>